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68" d="100"/>
          <a:sy n="68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156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Pr>
        <a:solidFill>
          <a:srgbClr val="7075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589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843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149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24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779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7396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19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74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35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72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1262A-8E22-4BE6-A8FE-00869FC64ED9}" type="datetimeFigureOut">
              <a:rPr lang="de-DE" smtClean="0"/>
              <a:t>12.03.2026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4CA26-0324-4D3C-ACAD-25A4DB4969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97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525162"/>
            <a:ext cx="10515600" cy="56518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de-DE" sz="2400" dirty="0"/>
              <a:t>Well </a:t>
            </a:r>
            <a:r>
              <a:rPr lang="de-DE" sz="2400" dirty="0" err="1"/>
              <a:t>done</a:t>
            </a:r>
            <a:r>
              <a:rPr lang="de-DE" sz="2400" dirty="0"/>
              <a:t>!</a:t>
            </a:r>
          </a:p>
          <a:p>
            <a:pPr marL="0" indent="0" algn="ctr">
              <a:buNone/>
            </a:pPr>
            <a:endParaRPr lang="de-DE" sz="2400" dirty="0"/>
          </a:p>
          <a:p>
            <a:pPr marL="0" indent="0" algn="ctr">
              <a:buNone/>
            </a:pP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start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experiment</a:t>
            </a:r>
            <a:r>
              <a:rPr lang="de-DE" sz="2400" dirty="0"/>
              <a:t>!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DA0CBBA-F063-49E5-99C1-A817EDC6D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973831"/>
              </p:ext>
            </p:extLst>
          </p:nvPr>
        </p:nvGraphicFramePr>
        <p:xfrm>
          <a:off x="884582" y="6336196"/>
          <a:ext cx="10520570" cy="3876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60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626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Start </a:t>
                      </a:r>
                      <a:r>
                        <a:rPr lang="de-DE" dirty="0" err="1"/>
                        <a:t>experiment</a:t>
                      </a:r>
                      <a:r>
                        <a:rPr lang="de-DE" dirty="0"/>
                        <a:t>: 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6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Instr1</dc:title>
  <dc:creator>Schiltenwolf, Moritz</dc:creator>
  <cp:lastModifiedBy>Schiltenwolf, Moritz</cp:lastModifiedBy>
  <cp:revision>21</cp:revision>
  <dcterms:created xsi:type="dcterms:W3CDTF">2019-10-21T11:45:06Z</dcterms:created>
  <dcterms:modified xsi:type="dcterms:W3CDTF">2026-03-12T15:32:00Z</dcterms:modified>
</cp:coreProperties>
</file>